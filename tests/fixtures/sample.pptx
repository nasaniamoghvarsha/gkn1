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Note: Ensure pgvector is installed on the host.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GKN RAG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the retrieval system.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Hierarchical parsing</a:t>
            </a:r>
          </a:p>
          <a:p>
            <a:pPr lvl="1"/>
            <a:r>
              <a:t>Vector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Docker Compose for all environments.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